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70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55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93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7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97280" cy="54864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Management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Versions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9776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9776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NCMS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" cy="9144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822960" y="1234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News Management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digital, broadcast, and newsroom operations with scalable, phased AI integration.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651760"/>
            <a:ext cx="822960" cy="82296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28437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580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Digital, broadcast,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newsroom ready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83280" y="2468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651760"/>
            <a:ext cx="822960" cy="822960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284378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20440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52044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versions building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each other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17920" y="2468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2651760"/>
            <a:ext cx="822960" cy="822960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624" y="2843784"/>
            <a:ext cx="438912" cy="4389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55080" y="3566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35508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gradually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1 – CORE NCMS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the News Management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48640" cy="54864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499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Role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46304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access levels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permissions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83280" y="11430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371600"/>
            <a:ext cx="548640" cy="54864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149961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9768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Article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&amp; Editing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29768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editorial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workflow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217920" y="11430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371600"/>
            <a:ext cx="548640" cy="54864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1499616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3232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&amp; Tag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713232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content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taxonomy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548640" y="30175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246120"/>
            <a:ext cx="548640" cy="54864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3374136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46304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Upload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(Images &amp; Videos)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1463040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media handling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3383280" y="30175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6160" y="3246120"/>
            <a:ext cx="548640" cy="54864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4176" y="3374136"/>
            <a:ext cx="292608" cy="29260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29768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Approval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2" name="Text 20"/>
          <p:cNvSpPr/>
          <p:nvPr/>
        </p:nvSpPr>
        <p:spPr>
          <a:xfrm>
            <a:off x="4297680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review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publishing</a:t>
            </a:r>
            <a:endParaRPr lang="en-US" sz="900" dirty="0"/>
          </a:p>
        </p:txBody>
      </p:sp>
      <p:sp>
        <p:nvSpPr>
          <p:cNvPr id="33" name="Shape 21"/>
          <p:cNvSpPr/>
          <p:nvPr/>
        </p:nvSpPr>
        <p:spPr>
          <a:xfrm>
            <a:off x="6217920" y="30175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46120"/>
            <a:ext cx="548640" cy="548640"/>
          </a:xfrm>
          <a:prstGeom prst="rect">
            <a:avLst/>
          </a:prstGeom>
        </p:spPr>
      </p:pic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8816" y="3374136"/>
            <a:ext cx="292608" cy="29260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713232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News</a:t>
            </a:r>
            <a:endParaRPr lang="en-US" sz="1100" dirty="0"/>
          </a:p>
        </p:txBody>
      </p:sp>
      <p:sp>
        <p:nvSpPr>
          <p:cNvPr id="37" name="Text 23"/>
          <p:cNvSpPr/>
          <p:nvPr/>
        </p:nvSpPr>
        <p:spPr>
          <a:xfrm>
            <a:off x="7132320" y="3703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content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1 – KEY BENEFITS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594360" cy="5943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15133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1280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&amp; Easy-to-Use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00200" y="1600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 newsroom system designed for daily editorial operations with an intuitive interface that minimizes the learning curve.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560320"/>
            <a:ext cx="594360" cy="59436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270205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2468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Editorial Workflow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600200" y="2788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content creation, review, and publishing processes that save time and reduce errors across the newsroom.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49040"/>
            <a:ext cx="594360" cy="59436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" y="389077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60020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AI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60020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forward-looking architecture that supports the phased integration of AI capabilities in future versions.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1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43AA2C-F519-F4B1-0E88-31943C83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30" y="1128825"/>
            <a:ext cx="1762561" cy="30915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BC4F79-BDD2-0CBC-5EC3-A4950A58C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490" y="1128825"/>
            <a:ext cx="5349703" cy="309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7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2 – AI WORKFLOW &amp; NEWS GATHERING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822960" cy="82296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16550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News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scan and collect news from multiple sources in real time.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56032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Shape 11"/>
          <p:cNvSpPr/>
          <p:nvPr/>
        </p:nvSpPr>
        <p:spPr>
          <a:xfrm>
            <a:off x="2560320" y="1188720"/>
            <a:ext cx="1965960" cy="54864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1463040"/>
            <a:ext cx="822960" cy="82296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165506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9748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69748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classifies articles by topic, region, and relevance automatically.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5488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Shape 15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AB47B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463040"/>
            <a:ext cx="822960" cy="822960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5544" y="1655064"/>
            <a:ext cx="438912" cy="4389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9204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Headline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Suggestions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8920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optimized headlines and concise summaries instantly.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94944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Shape 19"/>
          <p:cNvSpPr/>
          <p:nvPr/>
        </p:nvSpPr>
        <p:spPr>
          <a:xfrm>
            <a:off x="6949440" y="1188720"/>
            <a:ext cx="1965960" cy="54864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1463040"/>
            <a:ext cx="822960" cy="822960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0104" y="1655064"/>
            <a:ext cx="438912" cy="43891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8660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&amp; Topic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708660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trending stories and emerging topics before competitors.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2 – INTELLIGENT AI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editorial quality with AI-driven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685800" cy="6858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16687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Content Review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review flags issues in drafts before they reach editors, saving time and catching errors early.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09160" y="118872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08760"/>
            <a:ext cx="685800" cy="68580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16687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06440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&amp; Tone Enhancement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80644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polishes writing style, grammar, and consistency to maintain professional editorial standards.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" y="288036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200400"/>
            <a:ext cx="685800" cy="68580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" y="336042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4592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Content Detection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64592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identifies and flags duplicate or highly similar content across the entire news database.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709160" y="288036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200400"/>
            <a:ext cx="685800" cy="68580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7780" y="3360420"/>
            <a:ext cx="365760" cy="3657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80644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News Alerts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580644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 for emerging stories, ensuring the newsroom never misses critical breaking events.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2 – INTELLIGENT AI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editorial quality with AI-driven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34FAAD6-EC19-7F99-C55D-DD8FAD988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17" y="960120"/>
            <a:ext cx="2024743" cy="35433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7F6B5E-C834-8D4D-89F4-858FD785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458" y="941832"/>
            <a:ext cx="5525588" cy="351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7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97280" cy="54864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AI &amp; MBC CHAT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83280"/>
            <a:ext cx="640080" cy="64008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5295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AI-Driven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Newsroom Ecosystem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7472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383280"/>
            <a:ext cx="640080" cy="64008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352958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8912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MBC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System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1792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383280"/>
            <a:ext cx="640080" cy="64008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3529584"/>
            <a:ext cx="347472" cy="3474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32320" y="3337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3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Version 3  •  The Smart Newsroom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3 – MBC CHAT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communication for the modern newsroom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54864" cy="7315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530352" cy="530352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4081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1234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Newsroom Communication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1536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work messaging platform separate from personal apps — all conversations organized and accessible.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Shape 11"/>
          <p:cNvSpPr/>
          <p:nvPr/>
        </p:nvSpPr>
        <p:spPr>
          <a:xfrm>
            <a:off x="548640" y="2057400"/>
            <a:ext cx="54864" cy="73152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148840"/>
            <a:ext cx="530352" cy="530352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22768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&amp; Field Reporting Channels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08760" y="2404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channels for editorial teams, field reporters, and breaking news coordination in real time.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Shape 15"/>
          <p:cNvSpPr/>
          <p:nvPr/>
        </p:nvSpPr>
        <p:spPr>
          <a:xfrm>
            <a:off x="548640" y="2926080"/>
            <a:ext cx="54864" cy="731520"/>
          </a:xfrm>
          <a:prstGeom prst="rect">
            <a:avLst/>
          </a:prstGeom>
          <a:solidFill>
            <a:srgbClr val="AB47B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017520"/>
            <a:ext cx="530352" cy="530352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3145536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0876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&amp; Media Sharing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1508760" y="3273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clips, images, documents, and media assets directly within conversations — no external tools needed.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Shape 19"/>
          <p:cNvSpPr/>
          <p:nvPr/>
        </p:nvSpPr>
        <p:spPr>
          <a:xfrm>
            <a:off x="548640" y="3794760"/>
            <a:ext cx="54864" cy="73152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886200"/>
            <a:ext cx="530352" cy="530352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" y="4014216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Chat History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1508760" y="4142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across all conversations and shared files — find any message, clip, or decision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4">
            <a:extLst>
              <a:ext uri="{FF2B5EF4-FFF2-40B4-BE49-F238E27FC236}">
                <a16:creationId xmlns:a16="http://schemas.microsoft.com/office/drawing/2014/main" id="{9EBF6EE3-15AD-67CB-8F8A-3C89DA713A23}"/>
              </a:ext>
            </a:extLst>
          </p:cNvPr>
          <p:cNvSpPr/>
          <p:nvPr/>
        </p:nvSpPr>
        <p:spPr>
          <a:xfrm>
            <a:off x="4558932" y="1243584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3 – ADVANCED AI WRITING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Supercharge content creation with intelligent assistance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2772" y="118872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992772" y="1188720"/>
            <a:ext cx="1600200" cy="54864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1541412" y="1417320"/>
            <a:ext cx="457200" cy="45720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154141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812" y="2011680"/>
            <a:ext cx="868680" cy="86868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552" y="22174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4212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Writing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84212" y="35204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Co-write articles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understands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style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75852" y="118872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3"/>
          <p:cNvSpPr/>
          <p:nvPr/>
        </p:nvSpPr>
        <p:spPr>
          <a:xfrm>
            <a:off x="2775852" y="1188720"/>
            <a:ext cx="1600200" cy="54864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4"/>
          <p:cNvSpPr/>
          <p:nvPr/>
        </p:nvSpPr>
        <p:spPr>
          <a:xfrm>
            <a:off x="3324492" y="1417320"/>
            <a:ext cx="457200" cy="457200"/>
          </a:xfrm>
          <a:prstGeom prst="ellipse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5"/>
          <p:cNvSpPr/>
          <p:nvPr/>
        </p:nvSpPr>
        <p:spPr>
          <a:xfrm>
            <a:off x="332449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892" y="2011680"/>
            <a:ext cx="868680" cy="868680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1632" y="22174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67292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Article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2867292" y="35204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full drafts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feeds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press releases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58932" y="1188720"/>
            <a:ext cx="1600200" cy="54864"/>
          </a:xfrm>
          <a:prstGeom prst="rect">
            <a:avLst/>
          </a:prstGeom>
          <a:solidFill>
            <a:srgbClr val="AB47B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Shape 20"/>
          <p:cNvSpPr/>
          <p:nvPr/>
        </p:nvSpPr>
        <p:spPr>
          <a:xfrm>
            <a:off x="5107572" y="1417320"/>
            <a:ext cx="457200" cy="457200"/>
          </a:xfrm>
          <a:prstGeom prst="ellipse">
            <a:avLst/>
          </a:prstGeom>
          <a:solidFill>
            <a:srgbClr val="AB47B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972" y="2011680"/>
            <a:ext cx="868680" cy="8686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50372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Voice-to-Text</a:t>
            </a:r>
            <a:endParaRPr lang="en-US" sz="1050" dirty="0"/>
          </a:p>
          <a:p>
            <a:pPr algn="ctr"/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4650372" y="35204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reporters dictate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converted to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instantly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342012" y="118872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3" name="Shape 25"/>
          <p:cNvSpPr/>
          <p:nvPr/>
        </p:nvSpPr>
        <p:spPr>
          <a:xfrm>
            <a:off x="4558932" y="1188720"/>
            <a:ext cx="1600200" cy="54864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4" name="Shape 26"/>
          <p:cNvSpPr/>
          <p:nvPr/>
        </p:nvSpPr>
        <p:spPr>
          <a:xfrm>
            <a:off x="5107572" y="1417320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PH" dirty="0"/>
          </a:p>
        </p:txBody>
      </p:sp>
      <p:sp>
        <p:nvSpPr>
          <p:cNvPr id="35" name="Text 27"/>
          <p:cNvSpPr/>
          <p:nvPr/>
        </p:nvSpPr>
        <p:spPr>
          <a:xfrm>
            <a:off x="5107572" y="1426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0608" y="2011683"/>
            <a:ext cx="868680" cy="86868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7792" y="2217420"/>
            <a:ext cx="457200" cy="4572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33452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</a:t>
            </a:r>
            <a:endParaRPr lang="en-US" sz="1050" dirty="0"/>
          </a:p>
          <a:p>
            <a:pPr algn="ctr"/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6433452" y="35204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cross-references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against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sources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6342012" y="1183494"/>
            <a:ext cx="160020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2" name="Shape 32"/>
          <p:cNvSpPr/>
          <p:nvPr/>
        </p:nvSpPr>
        <p:spPr>
          <a:xfrm>
            <a:off x="6952703" y="1396419"/>
            <a:ext cx="457200" cy="457200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3" name="Text 33"/>
          <p:cNvSpPr/>
          <p:nvPr/>
        </p:nvSpPr>
        <p:spPr>
          <a:xfrm>
            <a:off x="6952703" y="139641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6963" y="2011680"/>
            <a:ext cx="868680" cy="868680"/>
          </a:xfrm>
          <a:prstGeom prst="rect">
            <a:avLst/>
          </a:prstGeom>
        </p:spPr>
      </p:pic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2703" y="2217420"/>
            <a:ext cx="457200" cy="457200"/>
          </a:xfrm>
          <a:prstGeom prst="rect">
            <a:avLst/>
          </a:prstGeom>
        </p:spPr>
      </p:pic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19BB82F2-717C-A963-CABF-F4C0B4C5C7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712" y="2203704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NCMS ROADMAP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NCMS  •  News Management System  •  MBC News Media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7680960" cy="36576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1691640" y="237744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1691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11430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1097280" y="1143000"/>
            <a:ext cx="169164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1188720" y="1234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News CMS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645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management, article creation, media uploads, approval workflow, publishing &amp; scheduling.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1752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4840" y="2377440"/>
            <a:ext cx="502920" cy="502920"/>
          </a:xfrm>
          <a:prstGeom prst="ellipse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44348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11430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3840480" y="1143000"/>
            <a:ext cx="1691640" cy="4572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3931920" y="1234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1645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aggregation, smart categorization, headline suggestions, content review, duplicate detection, alerts.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6072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8040" y="2377440"/>
            <a:ext cx="502920" cy="50292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71780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11430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6583680" y="1143000"/>
            <a:ext cx="1691640" cy="4572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6675120" y="1234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Smart, Collaborative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Newsroom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1645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MBC Chat, AI writing tools, auto-generation, translation, voice-to-text, fact-checking.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1A2A5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822960" y="36118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foundational CMS to a fully AI-powered, collaborative newsroom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011680" cy="201168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Management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0" y="2743200"/>
            <a:ext cx="1463040" cy="457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CMS  •  AI Workflow  •  Smart Collaboration  •  MBC Chat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MBC News Media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us. Controlled by 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741</Words>
  <Application>Microsoft Office PowerPoint</Application>
  <PresentationFormat>On-screen Show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NCMS - News Management System</dc:title>
  <dc:subject>PptxGenJS Presentation</dc:subject>
  <dc:creator>MBC News Media</dc:creator>
  <cp:lastModifiedBy>MBC IT Support</cp:lastModifiedBy>
  <cp:revision>4</cp:revision>
  <dcterms:created xsi:type="dcterms:W3CDTF">2026-02-16T02:34:21Z</dcterms:created>
  <dcterms:modified xsi:type="dcterms:W3CDTF">2026-02-16T05:24:56Z</dcterms:modified>
</cp:coreProperties>
</file>